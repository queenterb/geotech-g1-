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5-minute briefing; 12 slides ~25s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list what you'll cover and time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One-sentence elevator pitch + core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High-level diagram on slide; mention data stores and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events become alerts and role of immune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kernel visibility and compatibility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data needs and model validation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example mitigation scenarios and dashboard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containerized dev; systemd for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CI to run tests and image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monitoring &amp; backup of model/artifacts.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ask and contact for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Title: CIS System — Overview for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System summary</a:t>
            </a:r>
          </a:p>
          <a:p>
            <a:pPr>
              <a:defRPr sz="1800"/>
            </a:pPr>
            <a:r>
              <a:t>Architecture and dataflow</a:t>
            </a:r>
          </a:p>
          <a:p>
            <a:pPr>
              <a:defRPr sz="1800"/>
            </a:pPr>
            <a:r>
              <a:t>Key components: detectors, models, intervention</a:t>
            </a:r>
          </a:p>
          <a:p>
            <a:pPr>
              <a:defRPr sz="1800"/>
            </a:pPr>
            <a:r>
              <a:t>Deployment, testing, operations</a:t>
            </a:r>
          </a:p>
          <a:p>
            <a:pPr>
              <a:defRPr sz="1800"/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Purpose: detect and respond to host-level anomalies and ransomware</a:t>
            </a:r>
          </a:p>
          <a:p>
            <a:pPr>
              <a:defRPr sz="1800"/>
            </a:pPr>
            <a:r>
              <a:t>Components: sensors (eBPF), detectors, models, intervention engine, dashboard</a:t>
            </a:r>
          </a:p>
          <a:p>
            <a:pPr>
              <a:defRPr sz="1800"/>
            </a:pPr>
            <a:r>
              <a:t>Deployment: containers, systemd, Windows installer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`cis/` backend: main_detector, immune_memory, intervention_engine</a:t>
            </a:r>
          </a:p>
          <a:p>
            <a:pPr>
              <a:defRPr sz="1800"/>
            </a:pPr>
            <a:r>
              <a:t>`ebpf/`: kernel-level sensors</a:t>
            </a:r>
          </a:p>
          <a:p>
            <a:pPr>
              <a:defRPr sz="1800"/>
            </a:pPr>
            <a:r>
              <a:t>`dashboard/`: UI and visualization</a:t>
            </a:r>
          </a:p>
          <a:p>
            <a:pPr>
              <a:defRPr sz="1800"/>
            </a:pPr>
            <a:r>
              <a:t>`deploy/` and `installer/`: deployment artifacts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Detector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Sensor ingestion → preprocessing → model inference → alert decision</a:t>
            </a:r>
          </a:p>
          <a:p>
            <a:pPr>
              <a:defRPr sz="1800"/>
            </a:pPr>
            <a:r>
              <a:t>`immune_memory` reduces false positives</a:t>
            </a:r>
          </a:p>
          <a:p>
            <a:pPr>
              <a:defRPr sz="1800"/>
            </a:pPr>
            <a:r>
              <a:t>Policies in `alert_rules.json` govern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eBPF &amp; Host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eBPF programs collect syscall/file activity (in `ebpf/`)</a:t>
            </a:r>
          </a:p>
          <a:p>
            <a:pPr>
              <a:defRPr sz="1800"/>
            </a:pPr>
            <a:r>
              <a:t>Loader (`cis-ebpf-loader` / side-channel) inserts BPF programs safely</a:t>
            </a:r>
          </a:p>
          <a:p>
            <a:pPr>
              <a:defRPr sz="1800"/>
            </a:pPr>
            <a:r>
              <a:t>Advantages: low-overhead, kernel-level visibility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`cis/train.py` and `cis/model.py` produce inference artifacts</a:t>
            </a:r>
          </a:p>
          <a:p>
            <a:pPr>
              <a:defRPr sz="1800"/>
            </a:pPr>
            <a:r>
              <a:t>Models stored in `models/` and versioned</a:t>
            </a:r>
          </a:p>
          <a:p>
            <a:pPr>
              <a:defRPr sz="1800"/>
            </a:pPr>
            <a:r>
              <a:t>Retraining workflow available in repo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Intervention Engine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`intervention_engine.py` maps alerts to actions (notify/contain)</a:t>
            </a:r>
          </a:p>
          <a:p>
            <a:pPr>
              <a:defRPr sz="1800"/>
            </a:pPr>
            <a:r>
              <a:t>Side-channel daemon executes host actions and health checks</a:t>
            </a:r>
          </a:p>
          <a:p>
            <a:pPr>
              <a:defRPr sz="1800"/>
            </a:pPr>
            <a:r>
              <a:t>Dashboard shows alerts and acknowledgment 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Containers: `deploy/container/docker-compose.yml`</a:t>
            </a:r>
          </a:p>
          <a:p>
            <a:pPr>
              <a:defRPr sz="1800"/>
            </a:pPr>
            <a:r>
              <a:t>Systemd units: `deploy/systemd/` for Linux production</a:t>
            </a:r>
          </a:p>
          <a:p>
            <a:pPr>
              <a:defRPr sz="1800"/>
            </a:pPr>
            <a:r>
              <a:t>Windows: `installer/` scripts and `build_installer_windows.bat`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Unit tests in `cis/tests/` (pytest)</a:t>
            </a:r>
          </a:p>
          <a:p>
            <a:pPr>
              <a:defRPr sz="1800"/>
            </a:pPr>
            <a:r>
              <a:t>Smoke tests: `deploy/scripts/smoke_test.sh`</a:t>
            </a:r>
          </a:p>
          <a:p>
            <a:pPr>
              <a:defRPr sz="1800"/>
            </a:pPr>
            <a:r>
              <a:t>eBPF validation: kernel compatibility and loader verification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Considerations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Logging, metrics export, and rotation</a:t>
            </a:r>
          </a:p>
          <a:p>
            <a:pPr>
              <a:defRPr sz="1800"/>
            </a:pPr>
            <a:r>
              <a:t>Secrets management (avoid plaintext in `cis/config.json`)</a:t>
            </a:r>
          </a:p>
          <a:p>
            <a:pPr>
              <a:defRPr sz="1800"/>
            </a:pPr>
            <a:r>
              <a:t>Container image scanning and eBPF safety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Add CI (tests, lint, build images)</a:t>
            </a:r>
          </a:p>
          <a:p>
            <a:pPr>
              <a:defRPr sz="1800"/>
            </a:pPr>
            <a:r>
              <a:t>Add Prometheus metrics and health endpoints</a:t>
            </a:r>
          </a:p>
          <a:p>
            <a:pPr>
              <a:defRPr sz="1800"/>
            </a:pPr>
            <a:r>
              <a:t>Document installer and add architecture diagram to `docs/`</a:t>
            </a:r>
          </a:p>
          <a:p>
            <a:pPr>
              <a:defRPr sz="1800"/>
            </a:pPr>
            <a:r>
              <a:t>Short roadmap: demo -&gt; CI -&gt; monitoring -&gt; hardened 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